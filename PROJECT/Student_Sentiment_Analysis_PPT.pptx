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5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46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0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3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10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90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88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8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96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18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11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50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25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714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88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62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13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Student Feedback Sentiment Analysis using NLP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Team Members:</a:t>
            </a:r>
            <a:endParaRPr lang="en-IN" sz="2400" dirty="0"/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2403A52222-V.Gagan Chandra Tej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2403A52233-T.Ganesh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2403A52245-S.Sathwik</a:t>
            </a:r>
          </a:p>
          <a:p>
            <a:r>
              <a:rPr lang="en-IN" sz="2400" b="1" dirty="0"/>
              <a:t>Guide:</a:t>
            </a:r>
            <a:r>
              <a:rPr lang="en-IN" sz="2400" dirty="0"/>
              <a:t> Dr .V. Venkataramana</a:t>
            </a:r>
          </a:p>
          <a:p>
            <a:r>
              <a:rPr lang="en-IN" sz="2400" b="1" dirty="0"/>
              <a:t>Institution:</a:t>
            </a:r>
            <a:r>
              <a:rPr lang="en-IN" sz="2400" dirty="0"/>
              <a:t> SR-University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Manual feedback analysis is inefficient and biased</a:t>
            </a:r>
          </a:p>
          <a:p>
            <a:r>
              <a:rPr sz="2400" dirty="0"/>
              <a:t>Large volumes of feedback difficult to process</a:t>
            </a:r>
          </a:p>
          <a:p>
            <a:r>
              <a:rPr sz="2400" dirty="0"/>
              <a:t>Need automated sentiment classification system</a:t>
            </a:r>
          </a:p>
          <a:p>
            <a:r>
              <a:rPr sz="2400" dirty="0"/>
              <a:t>Goal: Improve decision-making using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970" y="2913406"/>
            <a:ext cx="6345260" cy="3530600"/>
          </a:xfrm>
        </p:spPr>
        <p:txBody>
          <a:bodyPr>
            <a:normAutofit/>
          </a:bodyPr>
          <a:lstStyle/>
          <a:p>
            <a:r>
              <a:rPr sz="2400" dirty="0"/>
              <a:t>Students: Provide feedback</a:t>
            </a:r>
          </a:p>
          <a:p>
            <a:r>
              <a:rPr sz="2400" dirty="0"/>
              <a:t>Faculty: Improve teaching methods</a:t>
            </a:r>
          </a:p>
          <a:p>
            <a:r>
              <a:rPr sz="2400" dirty="0"/>
              <a:t>Administration: Policy decisions</a:t>
            </a:r>
          </a:p>
          <a:p>
            <a:r>
              <a:rPr sz="2400" dirty="0"/>
              <a:t>Institutions: Quality enhancement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&amp; Model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Dataset: Student feedback text data</a:t>
            </a:r>
          </a:p>
          <a:p>
            <a:r>
              <a:rPr sz="2400" dirty="0"/>
              <a:t>Preprocessing: Tokenization, </a:t>
            </a:r>
            <a:r>
              <a:rPr sz="2400" dirty="0" err="1"/>
              <a:t>Stopword</a:t>
            </a:r>
            <a:r>
              <a:rPr sz="2400" dirty="0"/>
              <a:t> removal, Lemmatization</a:t>
            </a:r>
          </a:p>
          <a:p>
            <a:r>
              <a:rPr sz="2400" dirty="0"/>
              <a:t>Feature Extraction: TF-IDF Vectorization</a:t>
            </a:r>
          </a:p>
          <a:p>
            <a:r>
              <a:rPr sz="2400" dirty="0"/>
              <a:t>Model: Logistic Regression (supervised learning)</a:t>
            </a:r>
          </a:p>
          <a:p>
            <a:r>
              <a:rPr sz="2400" dirty="0"/>
              <a:t>Reason: Fast, interpretable, good baseline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Accuracy achieved: ~85-90% (</a:t>
            </a:r>
            <a:r>
              <a:rPr sz="2400" dirty="0" err="1"/>
              <a:t>approx</a:t>
            </a:r>
            <a:r>
              <a:rPr sz="2400" dirty="0"/>
              <a:t>)</a:t>
            </a:r>
          </a:p>
          <a:p>
            <a:r>
              <a:rPr sz="2400" dirty="0"/>
              <a:t>Evaluation metrics: Precision, Recall, F1-score</a:t>
            </a:r>
          </a:p>
          <a:p>
            <a:r>
              <a:rPr sz="2400" dirty="0"/>
              <a:t>Confusion matrix analysis</a:t>
            </a:r>
          </a:p>
          <a:p>
            <a:r>
              <a:rPr sz="2400" dirty="0"/>
              <a:t>Balanced performance across sentiment classes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6E0E-0BEC-C9B4-1942-0043C48B9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Frontend-Screenshot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D2A5F4-F6FF-F901-A9D4-10195E2742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035" y="2549770"/>
            <a:ext cx="8031637" cy="399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159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Application (Cloud Hosted)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Frontend: Simple web interface</a:t>
            </a:r>
          </a:p>
          <a:p>
            <a:r>
              <a:rPr sz="2400" dirty="0"/>
              <a:t>Input: Single or bulk feedback</a:t>
            </a:r>
          </a:p>
          <a:p>
            <a:r>
              <a:rPr sz="2400" dirty="0"/>
              <a:t>Backend: NLP model integration</a:t>
            </a:r>
          </a:p>
          <a:p>
            <a:r>
              <a:rPr sz="2400" dirty="0"/>
              <a:t>Deployment: Cloud (e.g., Render / AWS / Heroku)</a:t>
            </a:r>
          </a:p>
          <a:p>
            <a:r>
              <a:rPr sz="2400" dirty="0"/>
              <a:t>Real-time sentiment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Automated system reduces manual effort</a:t>
            </a:r>
          </a:p>
          <a:p>
            <a:r>
              <a:rPr sz="2400" dirty="0"/>
              <a:t>Improves feedback analysis efficiency</a:t>
            </a:r>
          </a:p>
          <a:p>
            <a:r>
              <a:rPr sz="2400" dirty="0"/>
              <a:t>Provides actionable insights</a:t>
            </a:r>
          </a:p>
          <a:p>
            <a:r>
              <a:rPr sz="2400" dirty="0"/>
              <a:t>Future Work: Deep learning models (LSTM, BERT)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Scikit-learn Documentation</a:t>
            </a:r>
          </a:p>
          <a:p>
            <a:r>
              <a:rPr sz="2400" dirty="0"/>
              <a:t>Research Papers on Sentiment Analysis</a:t>
            </a:r>
          </a:p>
          <a:p>
            <a:r>
              <a:rPr sz="2400" dirty="0"/>
              <a:t>Kaggle Datasets</a:t>
            </a:r>
          </a:p>
          <a:p>
            <a:r>
              <a:rPr sz="2400" dirty="0"/>
              <a:t>NLTK Documentation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21</TotalTime>
  <Words>218</Words>
  <Application>Microsoft Office PowerPoint</Application>
  <PresentationFormat>On-screen Show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Student Feedback Sentiment Analysis using NLP</vt:lpstr>
      <vt:lpstr>Problem Statement</vt:lpstr>
      <vt:lpstr>Stakeholders</vt:lpstr>
      <vt:lpstr>Dataset &amp; Model Discussion</vt:lpstr>
      <vt:lpstr>Results &amp; Evaluation</vt:lpstr>
      <vt:lpstr>Frontend-Screenshot</vt:lpstr>
      <vt:lpstr>Application (Cloud Hosted)</vt:lpstr>
      <vt:lpstr>Conclusions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Thouti Reddy Rakesh</dc:creator>
  <cp:keywords/>
  <dc:description>generated using python-pptx</dc:description>
  <cp:lastModifiedBy>thoutireddy Rakesh Reddy</cp:lastModifiedBy>
  <cp:revision>3</cp:revision>
  <dcterms:created xsi:type="dcterms:W3CDTF">2013-01-27T09:14:16Z</dcterms:created>
  <dcterms:modified xsi:type="dcterms:W3CDTF">2026-04-16T03:51:30Z</dcterms:modified>
  <cp:category/>
</cp:coreProperties>
</file>